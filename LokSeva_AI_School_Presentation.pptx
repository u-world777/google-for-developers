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teachers and classmates. Today I am presenting LokSeva AI, an AI-powered Digital Public Infrastructure platform built to help Members of Parliament and local municipal officers manage citizen complaints and budget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primary problems in local governance. MP offices get overloaded with complaints, funds are allocated subjectively, and citizens face language barriers when applying for welfare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LokSeva AI solves these problems by providing an executive dashboard for leaders, automated NLP triage for officers, and a voice agent for citizens.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directly fulfills all three key focus areas of Track 1: Citizen Grievances, Budget Planning, and Public Information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1 processes unstructured citizen complaints using Gemini NLP, extracts key entities, assigns SLA deadlines, and auto-drafts official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2 replaces guesswork in budget allocation. Leaders adjust priority sliders, and the AI computes the optimal money distribution based on poverty and infrastructure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3 helps citizens find welfare schemes in their own language. Illiterate constituents can talk to the agent and hear voice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Citizens can use WhatsApp to report complaints. When officers mark a ticket finished, our AI phone call agent calls the citizen to verify if the work was done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GIS heatmap shows live infrastructure scores across wards, and the project tracker requires GPS photo verification before contractor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technology stack is built using Next.js 14, Tailwind CSS, and the Google GenAI SDK for Gemini 2.5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LokSeva AI produces real social impact: faster complaint processing, fair budget distribution, and higher scheme awareness for citizens.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future, LokSeva AI can scale from Varanasi South to all 543 Lok Sabha constituencies across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TRACK 1 — DIGITAL PUBLIC INFRASTRUCTURE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LokSeva AI (लोकसेवा AI)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AI-Driven Digital Public Infrastructure for Members of Parliament &amp; Local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🏛️ Comprehensive Governance Platform for MPs, District Collectors (IAS), &amp; Citizens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⚡ Automated Grievance Processing using Google Gemini 2.5 Flash API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📊 Multi-Factor Socio-Economic Budget Allocation Simulator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🤖 Jan-Mitra Multi-Lingual Citizen Voice AI Agent (5 Vernacular Languages)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Local Governance Challenge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Key pain points in Constituency Development &amp; Citizen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🚨 Unstructured Grievance Overload: 500+ daily paper letters, voice notes &amp; WhatsApp messages without automated triage.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💰 Subjective Fund Allocation: ₹5+ Cr MPLADS annual funds allocated without data-backed poverty &amp; infrastructure metrics.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🌐 Information &amp; Literacy Barriers: Rural constituents struggle to discover welfare schemes due to language barriers.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🏗️ Implementation Leakages: Lack of physical audit and geo-verification leads to project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SOLUTION ARCHITECTURE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LokSeva AI Solution Platform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An integrated end-to-end architecture bridging leaders and citizens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👑 Executive Command Dashboard: Daily morning AI briefings &amp; live constituency GIS telemetry heatmap.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⚙️ Gemini NLP Triage Engine: Automated entity extraction, sentiment scoring (-1.0 to +1.0), and SLA routing.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🗣️ Jan-Mitra Vernacular AI Agent: Multi-lingual speech recognition &amp; Text-to-Speech scheme finder.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🛡️ Zero-Downtime Fallback: Built-in local heuristic NLP logic ensures 100% uptime even without internet API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FEATURE PILLARS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Track 1 Focus Areas &amp; Feature Matrix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Fully aligned with Google AI for Digital Public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📋 Pillar 1 — Citizen Grievances: Multi-modal intake, priority tagging (CRITICAL/HIGH), &amp; auto Hindi/English replies.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📊 Pillar 2 — Resource Allocation: What-if scenario budget balancer &amp; Gemini policy rationale briefings.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🤖 Pillar 3 — Public Accessibility: Jan-Mitra voice assistant in Hindi, English, Tamil, Telugu, and Bengali.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📱 Touchpoints: WhatsApp Bot Simulator &amp; Outbound AI Quality Call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PILLAR 1 DEEP-DIVE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Pillar 1: AI Grievance Intelligence Engine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Automating complaint parsing, sentiment scoring, &amp; constituent reply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🔍 Entity Extraction: Parses affected population count (e.g. 250 weaver families) and precise location.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⚡ Priority Tagging: Categorizes issues (Water, Sanitation, Roads, Healthcare) with 24-48 hr SLA deadlines.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❤️ Sentiment Scoring: Evaluates public frustration on a scale of -1.0 to +1.0 for urgent escalation.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✉️ Auto Response Generator: Drafts official constituent replies in Hindi and English with 1-click WhatsApp dispatch.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PILLAR 2 DEEP-DIVE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Pillar 2: Socio-Economic Budget Simulator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Data-driven fund distribution for MPLADS &amp; Ward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🎚️ Socio-Economic Weight Sliders: Adjust BPL Poverty Weight (40%), Infra Deficit (40%), and Grievance Intensity (20%).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📈 Recharts Visualizer: Real-time visual comparison of equal baseline vs. AI-optimized ward allocation.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📝 Strategic Policy Rationale: Gemini synthesizes formal executive justifications for every rupee spent.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🏛️ Ward Needs Targeting: Directs priority funding to high-need wards like Ward 3 (Chowk) and Ward 5 (Shivpur).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PILLAR 3 DEEP-DIVE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Pillar 3: Jan-Mitra Vernacular Voice Agent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Multi-lingual conversational AI for welfare scheme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🎙️ Speech-to-Text &amp; TTS: Listen and speak in Hindi, English, Tamil, Telugu, and Bengali.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🔍 RAG Scheme Engine: Vector search across PM-Kisan, Ayushman Bharat, PMAY, PM-SVANidhi, and PM Vishwakarma.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👨‍🌾 Citizen Persona Profiles: Instant 1-click personas for Small Farmers, Street Vendors, and Artisans.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📄 Transparent Direct Links: Displays eligibility, required documents, and direct application links.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CHANNEL INTELLIGENCE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Multi-Channel Touchpoints &amp; Verification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WhatsApp Bot Channel &amp; Outbound AI Quality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💬 WhatsApp Helpline Bot (+91 8000-LOKSEVA): Mobile chat interface providing instant AI ticket receipts (#LOK-2026-0899).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📞 Outbound AI Quality Call: Automated phone call simulator calls citizens to verify if municipal work was actually completed.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⭐ Star Feedback Rating: Captures 1-to-5 star citizen satisfaction scores directly into dashboard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INFRASTRUCTURE INTEGRITY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GIS Heatmap &amp; Geo-Photo Verification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Spatial telemetry map and anti-corruption project progress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🗺️ Ward Infrastructure Heatmap: Color-coded map grid (Red Critical &lt;55, Yellow Moderate, Green Good).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📍 Live Issue Pins: Displays live location markers for water leaks, broken roads, and vaccine shortages.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📸 Geo-Tagged Photo Audit: Requires contractors to upload site photos with GPS coordinates (25.3102° N, 83.0104° E).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🔒 Fraud Prevention: Funds are released only after verified geo-tagged photo audits.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TECHNOLOGY STACK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Architecture &amp; Tech Stack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Built with modern web technologies and Google GenAI SDK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💻 Framework: Next.js 14 (App Router) + TypeScript + React.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🎨 Styling: Custom Vanilla CSS &amp; Tailwind CSS dark glassmorphism design.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🤖 AI Engine: Google GenAI SDK (@google/genai) with Gemini 2.5 Flash.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📊 Analytics: Recharts &amp; Lucide Icons for responsive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GOVERNANCE IMPACT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Measurable Civic &amp; Governance Impact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Empirical results and social impact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⚡ 65% Faster SLA Triage: Complaint assignment reduced from 4 days to less than 30 seconds.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🎯 100% Data Equity: Fund allocation based on objective socio-economic weights.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🌐 10x Scheme Access: Vernacular voice support increases rural scheme discovery tenfold.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🛡️ Zero Payment Fraud: Geo-tagged photo audit eliminates milestone payment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FUTURE VISION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Future Roadmap &amp; Pan-India Scale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Scaling LokSeva AI across all 543 Lok Sabha Constituencies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📍 Phase 1 (Current): Varanasi South Constituency Prototype &amp; 3 Core Pillars.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🏛️ Phase 2 (Q4 2026): Integration with State CPGRAMS &amp; Municipal ERP databases.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📞 Phase 3 (2027): Outbound IVR Telephony Gateway across all 543 Lok Sabha seats in India.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✨ Conclusion: Bringing AI with empathy to every citizen's doorstep.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LokSeva AI • School Presentation Deck • Track 1 DPI &amp;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